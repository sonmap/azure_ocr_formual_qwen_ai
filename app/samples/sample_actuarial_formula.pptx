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보험계리식 샘플 - 순보험료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예상 총 지급 보험금 (Expected Total Claim): 1년 동안 사망할 것으로 예상되는 인원수를 구한 뒤 보장 금액을 곱합니다.</a:t>
            </a:r>
          </a:p>
          <a:p>
            <a:pPr>
              <a:defRPr sz="1600"/>
            </a:pPr>
            <a:r>
              <a:t>$$\text{예상 사망자 수} = 100,000\text{명} \times 0.002 = 200\text{명}$$</a:t>
            </a:r>
          </a:p>
          <a:p>
            <a:pPr>
              <a:defRPr sz="1600"/>
            </a:pPr>
            <a:r>
              <a:t>$$\text{예상 총 지급액} = 200\text{명} \times 100,000,000\text{원} = 20,000,000,000\text{원}$$</a:t>
            </a:r>
          </a:p>
          <a:p>
            <a:pPr>
              <a:defRPr sz="1600"/>
            </a:pPr>
            <a:r>
              <a:t>1인당 연간 순보험료 (Net Premium per Person):</a:t>
            </a:r>
          </a:p>
          <a:p>
            <a:pPr>
              <a:defRPr sz="1600"/>
            </a:pPr>
            <a:r>
              <a:t>$$\text{1인당 순보험료} = \frac{\text{총 지급액}}{\text{총 가입자 수}} = \frac{20,000,000,000\text{원}}{100,000\text{명}} = 200,000\text{원}$$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위험률표 샘플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mortality_rate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DEATH_BASIC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DEATH_BASIC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DEATH_BASIC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